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Original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Original slide A&amp;B -- 中文。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